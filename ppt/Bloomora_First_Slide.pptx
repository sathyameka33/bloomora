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4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reddy Ch" userId="74805df906572a35" providerId="LiveId" clId="{6D65D1C8-8D6B-424A-B528-E61FABB3C2E8}"/>
    <pc:docChg chg="addSld modSld">
      <pc:chgData name="sriramreddy Ch" userId="74805df906572a35" providerId="LiveId" clId="{6D65D1C8-8D6B-424A-B528-E61FABB3C2E8}" dt="2026-08-13T18:20:25.227" v="19" actId="14100"/>
      <pc:docMkLst>
        <pc:docMk/>
      </pc:docMkLst>
      <pc:sldChg chg="addSp modSp new mod">
        <pc:chgData name="sriramreddy Ch" userId="74805df906572a35" providerId="LiveId" clId="{6D65D1C8-8D6B-424A-B528-E61FABB3C2E8}" dt="2026-08-13T18:07:28.114" v="1" actId="931"/>
        <pc:sldMkLst>
          <pc:docMk/>
          <pc:sldMk cId="3196505720" sldId="257"/>
        </pc:sldMkLst>
        <pc:picChg chg="add mod">
          <ac:chgData name="sriramreddy Ch" userId="74805df906572a35" providerId="LiveId" clId="{6D65D1C8-8D6B-424A-B528-E61FABB3C2E8}" dt="2026-08-13T18:07:28.114" v="1" actId="931"/>
          <ac:picMkLst>
            <pc:docMk/>
            <pc:sldMk cId="3196505720" sldId="257"/>
            <ac:picMk id="3" creationId="{537F33C7-0BD5-4F79-AC44-5EC6C4FA0C8D}"/>
          </ac:picMkLst>
        </pc:picChg>
      </pc:sldChg>
      <pc:sldChg chg="addSp modSp new mod">
        <pc:chgData name="sriramreddy Ch" userId="74805df906572a35" providerId="LiveId" clId="{6D65D1C8-8D6B-424A-B528-E61FABB3C2E8}" dt="2026-08-13T18:07:40.584" v="3" actId="931"/>
        <pc:sldMkLst>
          <pc:docMk/>
          <pc:sldMk cId="2838009809" sldId="258"/>
        </pc:sldMkLst>
        <pc:picChg chg="add mod">
          <ac:chgData name="sriramreddy Ch" userId="74805df906572a35" providerId="LiveId" clId="{6D65D1C8-8D6B-424A-B528-E61FABB3C2E8}" dt="2026-08-13T18:07:40.584" v="3" actId="931"/>
          <ac:picMkLst>
            <pc:docMk/>
            <pc:sldMk cId="2838009809" sldId="258"/>
            <ac:picMk id="3" creationId="{F191CA19-61B3-E621-2E8B-F67F228ECB4E}"/>
          </ac:picMkLst>
        </pc:picChg>
      </pc:sldChg>
      <pc:sldChg chg="addSp modSp new mod">
        <pc:chgData name="sriramreddy Ch" userId="74805df906572a35" providerId="LiveId" clId="{6D65D1C8-8D6B-424A-B528-E61FABB3C2E8}" dt="2026-08-13T18:11:44.338" v="8" actId="14100"/>
        <pc:sldMkLst>
          <pc:docMk/>
          <pc:sldMk cId="3753496611" sldId="259"/>
        </pc:sldMkLst>
        <pc:picChg chg="add mod">
          <ac:chgData name="sriramreddy Ch" userId="74805df906572a35" providerId="LiveId" clId="{6D65D1C8-8D6B-424A-B528-E61FABB3C2E8}" dt="2026-08-13T18:11:44.338" v="8" actId="14100"/>
          <ac:picMkLst>
            <pc:docMk/>
            <pc:sldMk cId="3753496611" sldId="259"/>
            <ac:picMk id="3" creationId="{167D9207-6B0F-A2F8-8AB5-AFC89EB39CE2}"/>
          </ac:picMkLst>
        </pc:picChg>
      </pc:sldChg>
      <pc:sldChg chg="addSp modSp new mod">
        <pc:chgData name="sriramreddy Ch" userId="74805df906572a35" providerId="LiveId" clId="{6D65D1C8-8D6B-424A-B528-E61FABB3C2E8}" dt="2026-08-13T18:13:41.949" v="11" actId="14100"/>
        <pc:sldMkLst>
          <pc:docMk/>
          <pc:sldMk cId="3659860269" sldId="260"/>
        </pc:sldMkLst>
        <pc:picChg chg="add mod">
          <ac:chgData name="sriramreddy Ch" userId="74805df906572a35" providerId="LiveId" clId="{6D65D1C8-8D6B-424A-B528-E61FABB3C2E8}" dt="2026-08-13T18:13:41.949" v="11" actId="14100"/>
          <ac:picMkLst>
            <pc:docMk/>
            <pc:sldMk cId="3659860269" sldId="260"/>
            <ac:picMk id="3" creationId="{C1DE9998-1363-FAB2-A801-3C91EA1F839C}"/>
          </ac:picMkLst>
        </pc:picChg>
      </pc:sldChg>
      <pc:sldChg chg="addSp modSp new mod">
        <pc:chgData name="sriramreddy Ch" userId="74805df906572a35" providerId="LiveId" clId="{6D65D1C8-8D6B-424A-B528-E61FABB3C2E8}" dt="2026-08-13T18:15:37.512" v="16" actId="14100"/>
        <pc:sldMkLst>
          <pc:docMk/>
          <pc:sldMk cId="1438150342" sldId="261"/>
        </pc:sldMkLst>
        <pc:picChg chg="add mod">
          <ac:chgData name="sriramreddy Ch" userId="74805df906572a35" providerId="LiveId" clId="{6D65D1C8-8D6B-424A-B528-E61FABB3C2E8}" dt="2026-08-13T18:15:37.512" v="16" actId="14100"/>
          <ac:picMkLst>
            <pc:docMk/>
            <pc:sldMk cId="1438150342" sldId="261"/>
            <ac:picMk id="3" creationId="{D13983FD-B2DF-C222-745A-1083CE88477E}"/>
          </ac:picMkLst>
        </pc:picChg>
      </pc:sldChg>
      <pc:sldChg chg="addSp modSp new mod">
        <pc:chgData name="sriramreddy Ch" userId="74805df906572a35" providerId="LiveId" clId="{6D65D1C8-8D6B-424A-B528-E61FABB3C2E8}" dt="2026-08-13T18:20:25.227" v="19" actId="14100"/>
        <pc:sldMkLst>
          <pc:docMk/>
          <pc:sldMk cId="328685532" sldId="262"/>
        </pc:sldMkLst>
        <pc:picChg chg="add mod">
          <ac:chgData name="sriramreddy Ch" userId="74805df906572a35" providerId="LiveId" clId="{6D65D1C8-8D6B-424A-B528-E61FABB3C2E8}" dt="2026-08-13T18:20:25.227" v="19" actId="14100"/>
          <ac:picMkLst>
            <pc:docMk/>
            <pc:sldMk cId="328685532" sldId="262"/>
            <ac:picMk id="3" creationId="{F2F32B23-D22A-A41E-A85B-8D174D6018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6473952"/>
            <a:ext cx="6245352" cy="10972"/>
          </a:xfrm>
          <a:prstGeom prst="rect">
            <a:avLst/>
          </a:prstGeom>
          <a:solidFill>
            <a:srgbClr val="BE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9efd823-664c-454c-ab62-d5b5f66f4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619" y="315468"/>
            <a:ext cx="608076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F33C7-0BD5-4F79-AC44-5EC6C4FA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0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1CA19-61B3-E621-2E8B-F67F228E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0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D9207-6B0F-A2F8-8AB5-AFC89EB3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9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E9998-1363-FAB2-A801-3C91EA1F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6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983FD-B2DF-C222-745A-1083CE88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5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F32B23-D22A-A41E-A85B-8D174D60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sriramreddy Ch</cp:lastModifiedBy>
  <cp:revision>1</cp:revision>
  <dcterms:created xsi:type="dcterms:W3CDTF">2013-01-27T09:14:16Z</dcterms:created>
  <dcterms:modified xsi:type="dcterms:W3CDTF">2026-08-13T18:20:26Z</dcterms:modified>
  <cp:category/>
</cp:coreProperties>
</file>