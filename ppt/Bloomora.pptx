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4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6473952"/>
            <a:ext cx="6245352" cy="10972"/>
          </a:xfrm>
          <a:prstGeom prst="rect">
            <a:avLst/>
          </a:prstGeom>
          <a:solidFill>
            <a:srgbClr val="BE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9efd823-664c-454c-ab62-d5b5f66f4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619" y="315468"/>
            <a:ext cx="608076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F33C7-0BD5-4F79-AC44-5EC6C4FA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0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1CA19-61B3-E621-2E8B-F67F228E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0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D9207-6B0F-A2F8-8AB5-AFC89EB3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9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E9998-1363-FAB2-A801-3C91EA1F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6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983FD-B2DF-C222-745A-1083CE88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5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F32B23-D22A-A41E-A85B-8D174D60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SRIRAMREDDY</dc:creator>
  <cp:keywords/>
  <dc:description>generated using python-pptx</dc:description>
  <cp:lastModifiedBy>sriramreddy Ch</cp:lastModifiedBy>
  <cp:revision>2</cp:revision>
  <dcterms:created xsi:type="dcterms:W3CDTF">2013-01-27T09:14:16Z</dcterms:created>
  <dcterms:modified xsi:type="dcterms:W3CDTF">2026-08-13T18:20:54Z</dcterms:modified>
  <cp:category/>
</cp:coreProperties>
</file>